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12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8000" y="2160000"/>
            <a:ext cx="10440000" cy="25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5000" b="1">
                <a:solidFill>
                  <a:srgbClr val="141312"/>
                </a:solidFill>
                <a:latin typeface="Instrument Sans"/>
              </a:rPr>
              <a:t>Relevo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6E6964"/>
                </a:solidFill>
                <a:latin typeface="Instrument Sans"/>
              </a:rPr>
              <a:t>Cómo va el proyecto · 14 de octubre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8000" y="648000"/>
            <a:ext cx="10440000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141312"/>
                </a:solidFill>
                <a:latin typeface="Instrument Sans"/>
              </a:rPr>
              <a:t>La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00000" y="6192000"/>
            <a:ext cx="576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E6964"/>
                </a:solidFill>
                <a:latin typeface="Instrument Sans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8000" y="1512000"/>
            <a:ext cx="9360000" cy="3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2500" b="0">
                <a:solidFill>
                  <a:srgbClr val="141312"/>
                </a:solidFill>
                <a:latin typeface="Instrument Sans"/>
              </a:rPr>
              <a:t>Dejas un objeto junto a lo que quieres hacer, por ejemplo al lado del libro. Si pasas mucho rato en el teléfono, el objeto suena y te lo recuerda.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141312"/>
                </a:solidFill>
                <a:latin typeface="Instrument Sans"/>
              </a:rPr>
              <a:t>No bloquea el teléfono. Tú decides qué hacer después.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8000" y="648000"/>
            <a:ext cx="10440000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141312"/>
                </a:solidFill>
                <a:latin typeface="Instrument Sans"/>
              </a:rPr>
              <a:t>Lo que tengo y lo que falta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00000" y="6192000"/>
            <a:ext cx="576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E6964"/>
                </a:solidFill>
                <a:latin typeface="Instrument Sans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8000" y="1512000"/>
            <a:ext cx="4968000" cy="46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6E6964"/>
                </a:solidFill>
                <a:latin typeface="Instrument Sans"/>
              </a:rPr>
              <a:t>Tengo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0">
                <a:solidFill>
                  <a:srgbClr val="141312"/>
                </a:solidFill>
                <a:latin typeface="Instrument Sans"/>
              </a:rPr>
              <a:t>•  8 entrevistas y una encuesta de 53 personas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0">
                <a:solidFill>
                  <a:srgbClr val="141312"/>
                </a:solidFill>
                <a:latin typeface="Instrument Sans"/>
              </a:rPr>
              <a:t>•  La app funcionando en Android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0">
                <a:solidFill>
                  <a:srgbClr val="141312"/>
                </a:solidFill>
                <a:latin typeface="Instrument Sans"/>
              </a:rPr>
              <a:t>•  Un Tag comprado que suena cuando la app se lo pide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0">
                <a:solidFill>
                  <a:srgbClr val="141312"/>
                </a:solidFill>
                <a:latin typeface="Instrument Sans"/>
              </a:rPr>
              <a:t>•  La marca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0">
                <a:solidFill>
                  <a:srgbClr val="141312"/>
                </a:solidFill>
                <a:latin typeface="Instrument Sans"/>
              </a:rPr>
              <a:t>•  3 personas probándolo en su casa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0">
                <a:solidFill>
                  <a:srgbClr val="141312"/>
                </a:solidFill>
                <a:latin typeface="Instrument Sans"/>
              </a:rPr>
              <a:t>•  El borrador de la memoria, ya diagramado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72000" y="1512000"/>
            <a:ext cx="4968000" cy="46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6E6964"/>
                </a:solidFill>
                <a:latin typeface="Instrument Sans"/>
              </a:rPr>
              <a:t>Falta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0">
                <a:solidFill>
                  <a:srgbClr val="141312"/>
                </a:solidFill>
                <a:latin typeface="Instrument Sans"/>
              </a:rPr>
              <a:t>•  Un objeto diseñado por mí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0">
                <a:solidFill>
                  <a:srgbClr val="141312"/>
                </a:solidFill>
                <a:latin typeface="Instrument Sans"/>
              </a:rPr>
              <a:t>•  Comparar el objeto con una notificación del teléfono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0">
                <a:solidFill>
                  <a:srgbClr val="141312"/>
                </a:solidFill>
                <a:latin typeface="Instrument Sans"/>
              </a:rPr>
              <a:t>•  Un sonido propio: el Tag solo pita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0">
                <a:solidFill>
                  <a:srgbClr val="141312"/>
                </a:solidFill>
                <a:latin typeface="Instrument Sans"/>
              </a:rPr>
              <a:t>•  Fotos del uso real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0">
                <a:solidFill>
                  <a:srgbClr val="141312"/>
                </a:solidFill>
                <a:latin typeface="Instrument Sans"/>
              </a:rPr>
              <a:t>•  Terminar la prueba y entrevistar a las personas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8000" y="648000"/>
            <a:ext cx="10440000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141312"/>
                </a:solidFill>
                <a:latin typeface="Instrument Sans"/>
              </a:rPr>
              <a:t>La prueba hasta ahora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00000" y="6192000"/>
            <a:ext cx="576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E6964"/>
                </a:solidFill>
                <a:latin typeface="Instrument Sans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8000" y="1368000"/>
            <a:ext cx="1044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6E6964"/>
                </a:solidFill>
                <a:latin typeface="Instrument Sans"/>
              </a:rPr>
              <a:t>3 personas lo usan con el Tag. Estos son los primeros 5 usos de una de ellas.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8000" y="2088000"/>
            <a:ext cx="2376000" cy="1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4000" b="1">
                <a:solidFill>
                  <a:srgbClr val="141312"/>
                </a:solidFill>
                <a:latin typeface="Instrument Sans"/>
              </a:rPr>
              <a:t>5</a:t>
            </a:r>
            <a:r>
              <a:rPr sz="1600" b="0">
                <a:solidFill>
                  <a:srgbClr val="6E6964"/>
                </a:solidFill>
                <a:latin typeface="Instrument Sans"/>
              </a:rPr>
              <a:t>  de 5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141312"/>
                </a:solidFill>
                <a:latin typeface="Instrument Sans"/>
              </a:rPr>
              <a:t>veces sonó el Tag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92000" y="2088000"/>
            <a:ext cx="2376000" cy="1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4000" b="1">
                <a:solidFill>
                  <a:srgbClr val="141312"/>
                </a:solidFill>
                <a:latin typeface="Instrument Sans"/>
              </a:rPr>
              <a:t>4</a:t>
            </a:r>
            <a:r>
              <a:rPr sz="1600" b="0">
                <a:solidFill>
                  <a:srgbClr val="6E6964"/>
                </a:solidFill>
                <a:latin typeface="Instrument Sans"/>
              </a:rPr>
              <a:t>  de 5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141312"/>
                </a:solidFill>
                <a:latin typeface="Instrument Sans"/>
              </a:rPr>
              <a:t>veces supo de inmediato qué quería hacer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56000" y="2088000"/>
            <a:ext cx="2376000" cy="1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4000" b="1">
                <a:solidFill>
                  <a:srgbClr val="141312"/>
                </a:solidFill>
                <a:latin typeface="Instrument Sans"/>
              </a:rPr>
              <a:t>5</a:t>
            </a:r>
            <a:r>
              <a:rPr sz="1600" b="0">
                <a:solidFill>
                  <a:srgbClr val="6E6964"/>
                </a:solidFill>
                <a:latin typeface="Instrument Sans"/>
              </a:rPr>
              <a:t>  de 5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141312"/>
                </a:solidFill>
                <a:latin typeface="Instrument Sans"/>
              </a:rPr>
              <a:t>veces recordó cómo empezar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20000" y="2088000"/>
            <a:ext cx="2376000" cy="1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4000" b="1">
                <a:solidFill>
                  <a:srgbClr val="141312"/>
                </a:solidFill>
                <a:latin typeface="Instrument Sans"/>
              </a:rPr>
              <a:t>3</a:t>
            </a:r>
            <a:r>
              <a:rPr sz="1600" b="0">
                <a:solidFill>
                  <a:srgbClr val="6E6964"/>
                </a:solidFill>
                <a:latin typeface="Instrument Sans"/>
              </a:rPr>
              <a:t>  de 5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141312"/>
                </a:solidFill>
                <a:latin typeface="Instrument Sans"/>
              </a:rPr>
              <a:t>veces empezó la actividad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000" y="4032000"/>
            <a:ext cx="10440000" cy="10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141312"/>
                </a:solidFill>
                <a:latin typeface="Instrument Sans"/>
              </a:rPr>
              <a:t>Funciona y se entiende. Todavía no sé si el objeto ayuda más que un aviso en el teléfono.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8000" y="648000"/>
            <a:ext cx="10440000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141312"/>
                </a:solidFill>
                <a:latin typeface="Instrument Sans"/>
              </a:rPr>
              <a:t>Mis dudas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00000" y="6192000"/>
            <a:ext cx="576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E6964"/>
                </a:solidFill>
                <a:latin typeface="Instrument Sans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8000" y="1512000"/>
            <a:ext cx="4968000" cy="46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6E6964"/>
                </a:solidFill>
                <a:latin typeface="Instrument Sans"/>
              </a:rPr>
              <a:t>El objeto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0">
                <a:solidFill>
                  <a:srgbClr val="141312"/>
                </a:solidFill>
                <a:latin typeface="Instrument Sans"/>
              </a:rPr>
              <a:t>•  ¿Tengo que construirlo entero?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0">
                <a:solidFill>
                  <a:srgbClr val="141312"/>
                </a:solidFill>
                <a:latin typeface="Instrument Sans"/>
              </a:rPr>
              <a:t>•  ¿Sirve usar un Tag genérico si funciona?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0">
                <a:solidFill>
                  <a:srgbClr val="141312"/>
                </a:solidFill>
                <a:latin typeface="Instrument Sans"/>
              </a:rPr>
              <a:t>•  ¿Basta con diseñarle una forma propia al Tag?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72000" y="1512000"/>
            <a:ext cx="4968000" cy="46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6E6964"/>
                </a:solidFill>
                <a:latin typeface="Instrument Sans"/>
              </a:rPr>
              <a:t>La prueba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0">
                <a:solidFill>
                  <a:srgbClr val="141312"/>
                </a:solidFill>
                <a:latin typeface="Instrument Sans"/>
              </a:rPr>
              <a:t>•  ¿Necesito más personas?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0">
                <a:solidFill>
                  <a:srgbClr val="141312"/>
                </a:solidFill>
                <a:latin typeface="Instrument Sans"/>
              </a:rPr>
              <a:t>•  ¿Todas con Tag, o algunas solo con la app?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0">
                <a:solidFill>
                  <a:srgbClr val="141312"/>
                </a:solidFill>
                <a:latin typeface="Instrument Sans"/>
              </a:rPr>
              <a:t>•  ¿Hago que las mismas personas prueben con y sin objeto?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8000" y="648000"/>
            <a:ext cx="10440000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141312"/>
                </a:solidFill>
                <a:latin typeface="Instrument Sans"/>
              </a:rPr>
              <a:t>Cosas que podría cambiar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00000" y="6192000"/>
            <a:ext cx="576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E6964"/>
                </a:solidFill>
                <a:latin typeface="Instrument Sans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8000" y="1512000"/>
            <a:ext cx="10440000" cy="46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0">
                <a:solidFill>
                  <a:srgbClr val="141312"/>
                </a:solidFill>
                <a:latin typeface="Instrument Sans"/>
              </a:rPr>
              <a:t>•  Que el Tag sea la base del objeto final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0">
                <a:solidFill>
                  <a:srgbClr val="141312"/>
                </a:solidFill>
                <a:latin typeface="Instrument Sans"/>
              </a:rPr>
              <a:t>•  Acortar el sonido: en la encuesta, la mayoría prefiere 15 segundos o menos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0">
                <a:solidFill>
                  <a:srgbClr val="141312"/>
                </a:solidFill>
                <a:latin typeface="Instrument Sans"/>
              </a:rPr>
              <a:t>•  Prometer menos en los objetivos si no alcanzo a comparar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0">
                <a:solidFill>
                  <a:srgbClr val="141312"/>
                </a:solidFill>
                <a:latin typeface="Instrument Sans"/>
              </a:rPr>
              <a:t>•  Quitar de la app lo que no ayuda a la prueba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8000" y="6192000"/>
            <a:ext cx="936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E6964"/>
                </a:solidFill>
                <a:latin typeface="Instrument Sans"/>
              </a:rPr>
              <a:t>Pase de Examen: 25 de noviembre · Memoria: 2 de diciembre · Examen: 14 al 18 de diciembre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